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chenming.xu</cp:lastModifiedBy>
  <cp:revision>164</cp:revision>
  <dcterms:created xsi:type="dcterms:W3CDTF">2026-09-08T09:21:21Z</dcterms:created>
  <dcterms:modified xsi:type="dcterms:W3CDTF">2026-09-08T09:21:21Z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E226B68595D264778AD39F6A9F46F93A_41</vt:lpwstr>
  </property>
</Properties>
</file>